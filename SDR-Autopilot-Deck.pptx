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22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22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22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Fully working</c:v>
                </c:pt>
                <c:pt idx="1">
                  <c:v>Partial</c:v>
                </c:pt>
                <c:pt idx="2">
                  <c:v>Skipped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 w="12700" cap="flat">
          <a:solidFill>
            <a:srgbClr val="0B122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live URL already loaded. One line: a control plane where a manager configures campaigns, and AI agents do the selling work inside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jobs a rep does by hand. The brief's own question is the bar we set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control plane first so the agents plugged into something that already enforced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runs in the browser on purpose: every step is a billable agent call, so it pauses automatically when nobody is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live: say the outreach numbers out loud, pause one campaign, wait 30 seconds, resume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violet DronaHQ badges with real latency in the activity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thing in the build. Tell it as a before-and-after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 switch is stored in Postgres, so it survives a restart. That is deliberate for an emergency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vector RAG gap is stronger than being caught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Start the loop about a minute before this slide so an email is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" y="200253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700784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 Autopilot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2491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SDR that runs real GTM campaigns across channels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human in control of every agent, every channel, every moment.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977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645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running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3977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4645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DronaHQ agents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977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645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actions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by source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Guild Buildathon 2026  ·  Tech Contingent, IIT Madras × DronaHQ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60533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sdr-autopilot.vercel.app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development is manual, repetitive, inconsistent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476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read the same company pages over and 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2491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rewritten by hand, quality varies by rep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0215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scattered across email, LinkedIn, SMS and calls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79392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typed into a CRM after the fact, or not at 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1737360"/>
            <a:ext cx="4389120" cy="3291840"/>
          </a:xfrm>
          <a:prstGeom prst="roundRect">
            <a:avLst>
              <a:gd name="adj" fmla="val 1667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judges keep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back 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6974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close is this to a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SDR working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autonomously across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channels?”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had to be one product, not five disconnected bots.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two halves that must work as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12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stays in charge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campaigns, independent state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Live → Paused → Completed → Archived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 campaign, an agent, a channel, or everything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 with rollback and full audit trail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outreach, escalations, cost per campaign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29968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layer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212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do the work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97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 prospect against the live web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against campaign-specific ICP criteria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outreach grounded in that research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channel and cadence by sequence step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a human rather than guess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half is optional. A control plane with no agents is a dashboard; agents with no control plane is a script.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647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— control plane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prompts, funnel,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prospects, activity, controls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5478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81304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per live campaign.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status, agent pause,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pause, kill switch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514600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0872" y="263347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898648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/api/agents/[agent]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/api/send/email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reach the client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3258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14447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Postgres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170992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prompt versions,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prospects, activity, controls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28346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61F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5351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DronaHQ Agents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218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published agents called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Webhook Triggers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434340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61F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85632" y="44622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85632" y="472744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send-only scope, every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redirected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2450592"/>
            <a:ext cx="685800" cy="56692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3840480" y="3703320"/>
            <a:ext cx="685800" cy="53035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7635240" y="2011680"/>
            <a:ext cx="685800" cy="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3364992"/>
            <a:ext cx="685800" cy="15544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703320"/>
            <a:ext cx="685800" cy="13258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is the source of truth. The browser keeps a working copy and reconciles every 15 seconds, so two people see the same campaigns.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REQUIRED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campaigns running at once, fully isolated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1691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SaaS CTO Outreach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B2B SaaS CTOs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LinkedIn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0" y="2304288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69880" y="2221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35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BFSI CIO Outreach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banks, NBFCs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LinkedIn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0" y="3017520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69880" y="2935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Voice AI Founders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Seed–Series A founders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666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Voice · Email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41280" y="3730752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6988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9709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Expansion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379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379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0" y="4443984"/>
            <a:ext cx="118872" cy="1188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69880" y="4361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230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isolation, measured live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54126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SaaS paused → froze at 14 prospects / 2 outreach.  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kept running → 13 → 14 and 2 → 3.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8704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campaigns retain every prospect and conversation, and resume exactly where they stopped.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DRONAHQ IS USED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DronaHQ is the intelligence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1109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7465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Research &amp; Enrichment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0025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research → sourced dossier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56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69464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2404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Strategy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6609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Whether, when, which channel, which angle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14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08376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2783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" y="3063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 / Email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3192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message from the dossier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72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66744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15568" y="3721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9776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replies, escalates pricing &amp; legal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25112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5445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15568" y="4379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46360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Cadence, revival, when to stop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489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20293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15568" y="5038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Fitment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52943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returns empty runs — local port of its rules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5148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1691640"/>
            <a:ext cx="3886200" cy="4160520"/>
          </a:xfrm>
          <a:prstGeom prst="roundRect">
            <a:avLst>
              <a:gd name="adj" fmla="val 1412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28432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it work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028432" y="228600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declares its own Webhook Input, and the field names are load-bearing.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payload used invented names — the ICP agent’s own guard fired rather than guessing.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the campaign’s active system prompt and agent prompt.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makes one shared set of agents behave differently per campaign.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the activity log records its source, latency and harness version — the app never claims an agent ran when it did not.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PERSONALISATION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agent, with and without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865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dossier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“Loomwork recently raised a Series C and is expanding its engineering team… companies like Notion optimize workflows.”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24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facts invented. Nothing in the prompt was wrong — it simply had nothing true to say.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1168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22008" y="1865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dossier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774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flat-file approach Linear employs for content management seems effective… as your platform grows, the minimalistic architecture might pose challenges.”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224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fact the Research agent found and cited. Same agent, same prompt.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5595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is enforced by data flow, not by asking nicely.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852160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agent’s brief is stored on the prospect and injected into every downstream agent under a heading that forbids asserting anything absent from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&amp;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can stop any part of it, instantly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8288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pause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8379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campaign stops, the rest keep running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69748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5420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pause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5511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stops, the campaign continues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4107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2552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pause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2644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stops, the others stay open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123944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9684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kill switch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9776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autonomous action halts, platform-wide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46817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toggle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6908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this browser spending; pauses when hidden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69480" y="1737360"/>
            <a:ext cx="4343400" cy="2148840"/>
          </a:xfrm>
          <a:prstGeom prst="roundRect">
            <a:avLst>
              <a:gd name="adj" fmla="val 2553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71232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outreach reaches a real company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248716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are synthetic people at real company domains, so every email is redirected to one demo inbox. There is no code path that delivers to a prospect address — if the redirect is unset, it refuses to send.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69480" y="4023360"/>
            <a:ext cx="4343400" cy="1737360"/>
          </a:xfrm>
          <a:prstGeom prst="roundRect">
            <a:avLst>
              <a:gd name="adj" fmla="val 3158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guards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71232" y="44988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cap per instance · 15s between sends · agent calls spaced per agent · loop pauses on hidden tab and idle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works, what is partial, what we skipped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3931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85623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861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2148840"/>
            <a:ext cx="2240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campaigns, independent state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and four levels of pause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versioning, rollback, audit trail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DronaHQ agents live in production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personalisation, real email sent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Postgres-backed shared state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185623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0605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148840"/>
            <a:ext cx="2240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qualification runs a local port of the agent’s rules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return prose, not their JSON schemas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sends; LinkedIn, SMS and voice are modelled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464040" y="185623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8349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464040" y="2148840"/>
            <a:ext cx="2240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knowledge base — our largest gap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assignment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 sourcing (Apollo)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SDR agent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name the gaps than have a judge find them. Every claim on these slides is verifiable in the running app.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1284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993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sdr-autopilot.vercel.app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05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github.com/shanmukhapreetham27/sdr-autopilot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099816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1455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081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campaigns, independent state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309981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one — the others keep climbing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21608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7673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03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721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with its source, latency and prompt 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3891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325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message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434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dossier another agent researched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65192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109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946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you can check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49651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rejected as a consultancy; Deepgram held at 250 staff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586984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63270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568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inbox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558698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an agent wrote, actually delivered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51 hours. 31 source files, 6,457 lines, 16 commits.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SDR Autopilot — Inter Guild Buildathon 2026</dc:title>
  <dc:subject>PptxGenJS Presentation</dc:subject>
  <dc:creator>SDR Autopilot</dc:creator>
  <cp:lastModifiedBy>SDR Autopilot</cp:lastModifiedBy>
  <cp:revision>1</cp:revision>
  <dcterms:created xsi:type="dcterms:W3CDTF">2026-09-20T13:22:54Z</dcterms:created>
  <dcterms:modified xsi:type="dcterms:W3CDTF">2026-09-20T13:22:54Z</dcterms:modified>
</cp:coreProperties>
</file>